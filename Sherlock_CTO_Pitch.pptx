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 snapToObjects="1">
      <p:cViewPr varScale="1">
        <p:scale>
          <a:sx n="133" d="100"/>
          <a:sy n="133" d="100"/>
        </p:scale>
        <p:origin x="224" y="7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266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 line: 'Over the last year we have lost engineering time and incurred customer-visible incidents every time a change in one application silently broke another. Sherlock closes that gap — at commit time, not in production.' This is a 3-month pilot ask and a platform-embed request; I'll get to both on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the CTO needs to leave after one slide, this is the one they'd take with them. Lead with the ask in plain language; the rest of the deck defends it. Scale anchor: '10,000 engineers, 17 domains, thousands of repos — nobody sees the whole picture.'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Say: 'Every one of these patterns is already happening somewhere in our estate every week.' Do NOT attach to a specific incident unless you've cleared one — the composite framing is more defensible. Invite them to recall one from their own domain if they'd like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Expect the CTO to ask how Sherlock relates to each of these. Bridge answer: 'Sherlock sits on top of the code — it complements CMDB (which it pulls ownership from), complements APM (which it will later cross-validate against), and feeds Backstage (it can expose its graph as a plugin).'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Three-word pitch: SEE, PREDICT, NOTIFY. Stress the zero-intrusion point — teams don't have to instrument anything; Sherlock works from the code that's already in GitLab.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diagram left-to-right first (how we build the graph), then the feedback loop (how impact gets surfaced). Emphasize: CMDB is read-only input — we don't try to replace it. APM integration is roadmap (H4).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the COBOL line: 'Very few tools in this space speak COBOL. Our legacy estate is real — this isn't theoretical.'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'aha' slide. If possible, open http://localhost:8001 in a browser and show the live canvas during this moment. If not, the mock here is accurate to what a real MR comment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Screenshot replacement: take a PNG of the canvas in App view, selected on transaction-service with Downstream overlay enabled. Crop to 16:9.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sells 'inform, don't block'. The system gives teams the data; responsibility stays with the team. SLA dashboard comes in H3.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Anchor phrasing: 'If legacy-ledger ever wondered what depends on them — the answer is now in their own README, automatically. No hand-maintenance, no stale Confluence pages.' The one-liner Purpose quote is REAL — Gemini 2.5 Flash, grounded on the graph's own evidence (writes ledger.balances, writes LEDGER.RPT, reads POSTINGS.DAT). Key contrast: this MR is in legacy-ledger's own repo, for core-banking to review — NOT a PR to the 2 affected downstream apps (that's slide 10's sticky-tag flow).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reframing: 'Most of H1 and a meaningful slice of H2 are already working. Pilot money is NOT to prove the idea — that's done. It's to operationalize: bot account, security review, multi-group rollout, scheduled autodoc loop, rollout to domain #1.'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 is the 'code documentation' pillar from the original vision. Note: 'Auto-doc is a natural extension of the same graph — we already understand every repo's structure; generating docs becomes a scheduled job using the LLM provider you already have in Azure.'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framing vs. the previous pilot plan: 'Month 1 isn't about building — that's already done. Month 1 is about security, governance, and embedding with the platform org. Month 3 closes with a go/no-go for H2's scheduled autodoc loop + H3 governance work.'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Stop talking. Let the CTO respond. Have answers ready for: 'Why now?', 'Why your team?', 'Why not Backstage?', 'What's the total 12-month cost?', 'What's the kill-switch if the bot produces noise?'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numbers we'll report at month 3. If they don't move, the pilot has failed and we say so. Transparency builds trust for H2.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Hand over. Keep the appendix in your back pocket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surface appendix slides if the CTO asks a question that one 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Used when asked 'how does it scale?' or 'what's the stack?'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to show we know what we don't know. Every gap has an obvious next analyzer; none require rebuilding the foundation.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schema is deliberately narrow — every edge type corresponds to a real-world break kind we can detect.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talking point for any CISO/risk review: 'Code, not data.'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LLM talking point: 'The expensive part is understanding the code. Sherlock already has that model — doc generation is a scheduled job on top.'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Used when asked 'How does this fit with our existing tooling?' — answer: it plugs in, doesn't replace.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Expected question: 'Don't we already have X for this?' Walk through the row for the tool they name; the honest answer is usually 'X does Y, Sherlock does cross-app-impact — they complement, not compete.'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Surface this when asked 'what does the platform team operate?' or 'what happens when our 1,000 repos become 10,000?' — answer: the reconciler does the onboarding; there's no manual list to maintain.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 appendix slide — use when asked 'why is this the right moment?' or 'why your team?'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740664"/>
            <a:ext cx="237744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572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UBS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CTO OFFICE BRIEFING ·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Arial"/>
              </a:rPr>
              <a:t>Sherlock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Dependency Intelligence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3440"/>
            <a:ext cx="146304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  <a:latin typeface="Arial"/>
              </a:rPr>
              <a:t>Cross-application change impact — surfaced at commit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D0D0D0"/>
                </a:solidFill>
                <a:latin typeface="Arial"/>
              </a:rPr>
              <a:t>Presented to the CTO Office  ·  Internal briefing  ·  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2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EXECUTIVE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What we need in 60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7889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Code changes in one app silently break others.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108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Dependencies are invisible until something fails in production. We detect the break hours-to-days after merge, not at merge time. Every domain has recurring examples; nobody has end-to-end visibility.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340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720" y="27889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2004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Sherlock — the live dependency graph of UBS.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60520"/>
            <a:ext cx="3108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Auto-maps every application's upstream/downstream surface from source code: REST, events, DB, shared files, libraries. Flags potential breakage on every MR, with the right team tagged and on-call channel named.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560320"/>
            <a:ext cx="3657600" cy="329184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38160" y="2560320"/>
            <a:ext cx="3657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27889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200400"/>
            <a:ext cx="31089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1717"/>
                </a:solidFill>
                <a:latin typeface="Arial"/>
              </a:rPr>
              <a:t>3-month funded pilot · 2–3 FTEs · platform embed.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60520"/>
            <a:ext cx="3108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One pilot domain, measurable MTTD reduction, ready-to-scale platform. Approval to embed in the existing GitLab CI stack and executive sponsor to unblock cross-BU alignment.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3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cross-application breakage happens —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Recurring patterns across 17 domains, 10,000+ engineers, 1000s of repos. Composite illustrative examples; every domain has their own version.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3464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8346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1. Contract drift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154680"/>
            <a:ext cx="795527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Team A renames a response field in its OpenAPI. Teams B &amp; C find out the next morning when their nightly integration tests fail, or — worse — when prod errors spike.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315468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1–3 days · MTTR: 8–24 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2336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2. Silent DB coupling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795527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Team A owns a Postgres table. Team B's analytics app reads it directly for a regulatory report. An 'internal' column rename lands on main — the report breaks two days later. Neither team knew the other was there.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34340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2–5 days · MTTR: 12–48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12080"/>
            <a:ext cx="91440" cy="10058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3. Legacy file feeds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795527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 modern service stops writing a nightly batch file. A core-banking COBOL job fails overnight. Ops notices the morning after when reports don't land.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5532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1">
                <a:solidFill>
                  <a:srgbClr val="EC0016"/>
                </a:solidFill>
                <a:latin typeface="Arial"/>
              </a:rPr>
              <a:t>Typical MTTD: 1 day (overnight batch) · MTTR: 12–36 hours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4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WHY EXISTING TOOLS DON'T CLOSE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visibility gap nobody owns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Existing tools each solve part of the picture. None closes the loop between code-change and cross-app impact, at MR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8163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163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2918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CMDB / service catalog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Good for ownership. Stale topology within weeks — it's manually maintained.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7947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APM (Dynatrace)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9476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Shows runtime calls that actually executed. Silent on files, batch, dormant paths, legacy feeds.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Code search / Sourcegraph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29768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Finds references. Doesn't understand contracts, directionality, or cross-app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Architecture diagrams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Drawn once. Never updated. Confidence decays to zero.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Arial"/>
              </a:rPr>
              <a:t>Backstage / dev portals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30352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Great for ownership + docs. Doesn't parse contracts or diff them across MRs.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EC0016"/>
                </a:solidFill>
                <a:latin typeface="Arial"/>
              </a:rPr>
              <a:t>No single tool connects CODE  →  CROSS-APP IMPACT  →  MR-TIME FEEDBACK. That's the gap Sherlock closes.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Introducing Sherlock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171717"/>
                </a:solidFill>
                <a:latin typeface="Arial"/>
              </a:rPr>
              <a:t>The enterprise's live dependency graph — continuously derived from source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SEE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real topology across all 17 domains.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REST, events, DB, shared files, libraries — one graph.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17720" y="338328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PREDICT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8404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blast radius of every MR, before it merges.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5720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Automatic breaking-change detection. Source app &amp; affected apps named with on-call channels.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200400"/>
            <a:ext cx="36576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38160" y="3200400"/>
            <a:ext cx="73152" cy="25603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338328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C0016"/>
                </a:solidFill>
                <a:latin typeface="Arial"/>
              </a:rPr>
              <a:t>NOTIFY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8404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The right teams — automatically.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5720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MR comment for the author. Sticky impact issue in every affected repo. Auto-closes when the fix lands.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66666"/>
                </a:solidFill>
                <a:latin typeface="Arial"/>
              </a:rPr>
              <a:t>No agents, no code changes in consuming apps. Reads code. Writes to GitLab.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6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Sherlock 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Webhook-driven. Internal only. Read-only from applications' perspective.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34640"/>
            <a:ext cx="201168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834640"/>
            <a:ext cx="201168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99923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GitLab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1012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Webhooks: push, MR
Source of truth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17520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54679" y="299923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Ingest (FastAPI)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79" y="331012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Webhook receiver
Manual /scan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0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23560" y="299923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Analyzers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31012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Java · Python
JS/TS · COBOL · YAML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283464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955279" y="2834640"/>
            <a:ext cx="201168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92440" y="299923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Graph DB (Neo4j)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31012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Versioned by commit
App / Endpoint / Topic
Table / File / Library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834640"/>
            <a:ext cx="1463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149840" y="2834640"/>
            <a:ext cx="146304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87000" y="2999232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Canvas 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331012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Cytoscape.js
App + Contract views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60320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29200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79" y="3337560"/>
            <a:ext cx="45720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66960" y="3337560"/>
            <a:ext cx="18288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017520" y="4754880"/>
            <a:ext cx="25603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017520" y="4754880"/>
            <a:ext cx="256032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154679" y="491947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Impact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54679" y="5230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Diff AnalysisResult
Resolve affected apps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4754880"/>
            <a:ext cx="25603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852160" y="4754880"/>
            <a:ext cx="256032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89320" y="4919472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Notifier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5230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MR comments
Sticky impact issues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6800" y="4754880"/>
            <a:ext cx="2011680" cy="10058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686800" y="4754880"/>
            <a:ext cx="201168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823960" y="4919472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CMDB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523036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Team · tier · on-call
Read-only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4297680" y="3840480"/>
            <a:ext cx="4572000" cy="91440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577840" y="5257800"/>
            <a:ext cx="274320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1463040" y="3840480"/>
            <a:ext cx="5669280" cy="91440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8595360" y="5257800"/>
            <a:ext cx="9144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686800" y="3840480"/>
            <a:ext cx="0" cy="109728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/>
              </a:rPr>
              <a:t>All in-tenant. Source code never leaves the UBS perimeter. No PII in the graph — code, not runtime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7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COVERAGE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What Sherlock detects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Multi-language, multi-surface detection. COBOL coverage is a key differentiator for our core-banking estate.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8346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COUPLING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8346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SIGNAL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83464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LANGUAGES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83464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BREAK KINDS DETECTED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33756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33756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OpenAPI spec + HTTP client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33756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 · JS/TS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33756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Endpoint removed · Request/response shape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9319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Events (Kafka)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39319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AsyncAPI spec + publish/subscribe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93192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93192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Topic publish removed · Payload shape changed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8912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4526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Database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45262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Flyway migrations + SQL in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452628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Java · Python · COBOL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5262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Table write removed · Schema ownership released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512064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Shared 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51206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Path literals + COBOL SELECT/ASSIGN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51206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Java · Python · JS · COBOL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512064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File feed write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71500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Shared libraries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5715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pom.xml · requirements.txt · package.json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57150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Java · Python · Node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571500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Published library retired / renamed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8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FEEDBACK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Impact surfaced at MR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When a team opens an MR that would break a downstream app, Sherlock posts a structured comment on the MR — with affected teams and on-call channels named.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5943600" cy="3474720"/>
          </a:xfrm>
          <a:prstGeom prst="rect">
            <a:avLst/>
          </a:prstGeom>
          <a:solidFill>
            <a:srgbClr val="FAFAFA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743200"/>
            <a:ext cx="594360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9260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SHERLOCK BOT  ·  banking/transaction-service !42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4612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🔎 Sherlock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57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nsolas"/>
              </a:rPr>
              <a:t>Source: transaction-service   Commit: 20bebe1b   Target: main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⚠️  1 breaking change detected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📄 Stopped writing shared file feed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/shared/postings/POSTINGS.DAT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206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Directly affected (1):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9496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legacy-ledger — core-banking · tier 0 · on-call #core-banking-oncall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66666"/>
                </a:solidFill>
                <a:latin typeface="Arial"/>
              </a:rPr>
              <a:t>Sherlock informs; it does not block merges.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What this replaces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200400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Slack triage.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No more 'who touched X yesterday?' threads across 17 domains.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Blame-after-the-fact.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Affected teams see the impact before the author hits Merge.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Gated releases.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Soft signal — inform, don't block. Keeps velocity.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Knowledge silos.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On-call channel is named in the comment, not discovered.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9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THE ENTERPRISE TOPOLOGY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canvas — dependency visibility for every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App view · Contract view · Team filter · Downstream/Upstream impact overlay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6858000" cy="347472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Arial"/>
              </a:rPr>
              <a:t>[ insert canvas screenshot — http://localhost:8001/ui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5488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666666"/>
                </a:solidFill>
                <a:latin typeface="Arial"/>
              </a:rPr>
              <a:t>App view · rankDir: BT · upstream on top, downstream on bottom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7432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Answered at a glance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200400"/>
            <a:ext cx="39319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Who am I coupled to (upstream &amp; downstream)?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What breaks if my change ships?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Who owns each endpoint, topic, table, feed?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Which teams inherit the blast radius?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Where are the cross-domain edges?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10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STICKY IMPACT 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Nothing falls through the cracks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Every affected repo gets an auto-opened issue. It closes itself when the underlying break is resolved.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834640"/>
            <a:ext cx="265176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STEP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83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MR opens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Break detected in source repo.
MR comment posted.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1868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7472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74720" y="2834640"/>
            <a:ext cx="265176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0" y="3063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83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Issue opens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93192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Auto-opened in each affected repo with label impact::pending.
Linked to source MR.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4476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0080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0" y="2834640"/>
            <a:ext cx="2651760" cy="7315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0" y="3063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383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Team responds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93192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Downstream team sees in their queue.
Coordinates fix or accepts impact.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70848" y="3931920"/>
            <a:ext cx="237744" cy="0"/>
          </a:xfrm>
          <a:prstGeom prst="line">
            <a:avLst/>
          </a:prstGeom>
          <a:ln w="19050">
            <a:solidFill>
              <a:srgbClr val="66666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326880" y="283464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326880" y="283464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09760" y="30632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STEP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338328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Fix lands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931920"/>
            <a:ext cx="2286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Rescan on main. Break no longer reproducible.
Issue auto-closed with label impact::fixed and resolution note.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57784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1">
                <a:solidFill>
                  <a:srgbClr val="EC0016"/>
                </a:solidFill>
                <a:latin typeface="Arial"/>
              </a:rPr>
              <a:t>SLA becomes measurable:  mean time to clear impact tag, per team.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3192" y="665683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331016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0296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AUTO-DOCUMENTATION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98896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Every app gets a self-maintaining README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6135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713296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One-click per app · draft MR in THAT app's own repo · reviewed by THAT app's own team.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07656"/>
            <a:ext cx="7589520" cy="4162928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307656"/>
            <a:ext cx="758952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238080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onsolas"/>
              </a:rPr>
              <a:t>📄  banking/legacy-ledger  ·  </a:t>
            </a:r>
            <a:r>
              <a:rPr sz="1000" b="1" i="0" dirty="0" err="1">
                <a:solidFill>
                  <a:srgbClr val="FFFFFF"/>
                </a:solidFill>
                <a:latin typeface="Consolas"/>
              </a:rPr>
              <a:t>README.md</a:t>
            </a:r>
            <a:endParaRPr sz="1000" b="1" i="0" dirty="0">
              <a:solidFill>
                <a:srgbClr val="FFFFFF"/>
              </a:solidFill>
              <a:latin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0" y="2380808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FCA5A5"/>
                </a:solidFill>
                <a:latin typeface="Arial"/>
              </a:rPr>
              <a:t>MR  sherlock::autodoc  ·  Draft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9135"/>
            <a:ext cx="91440" cy="3751449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2947736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onsolas"/>
              </a:rPr>
              <a:t>&lt;!-- sherlock:autodoc-start --&gt;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67776"/>
            <a:ext cx="7040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Arial"/>
              </a:rPr>
              <a:t>## 🔎 Auto-generated by Sherlock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679256"/>
            <a:ext cx="7040880" cy="640080"/>
          </a:xfrm>
          <a:prstGeom prst="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3752408"/>
            <a:ext cx="6675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30A3"/>
                </a:solidFill>
                <a:latin typeface="Arial"/>
              </a:rPr>
              <a:t>PURPOSE  ·  written by Gemini 2.5 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81008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>
                <a:solidFill>
                  <a:srgbClr val="171717"/>
                </a:solidFill>
                <a:latin typeface="Arial"/>
              </a:rPr>
              <a:t>"The legacy-ledger application updates ledger balances and generates a ledger report."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89121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### Ownership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663441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core-banking   ·   tier 0   ·   #core-banking-oncall   ·   cobol-gnucobol   ·   commit c4c9ce66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074921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71717"/>
                </a:solidFill>
                <a:latin typeface="Arial"/>
              </a:rPr>
              <a:t>### What this application provides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1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owned schema  ledger   ·   writes  ledger.balances   ·   writes file  /shared/reports/LEDGER.RPT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1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171717"/>
                </a:solidFill>
                <a:latin typeface="Arial"/>
              </a:rPr>
              <a:t>### What this application depends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979696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333333"/>
                </a:solidFill>
                <a:latin typeface="Consolas"/>
              </a:rPr>
              <a:t>reads file  /shared/postings/POSTINGS.DAT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1086" y="6199508"/>
            <a:ext cx="6966284" cy="212357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8246" y="6236084"/>
            <a:ext cx="669487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92400E"/>
                </a:solidFill>
                <a:latin typeface="Arial"/>
              </a:rPr>
              <a:t>IMPACT  ·  changes here may affect 2 apps:  account-service, analytics-service  ·  depends on 0 upstream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307656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Key properties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2719136"/>
            <a:ext cx="32461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Per-app.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One MR in the app's own repo.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Reviewed by owner.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Not a cross-team propagation — that's slide 10.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Non-destructive.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Only the marker-delimited block is touched.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Never direct-commit.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Always a draft MR.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LLM pluggable.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Mock · Gemini · Azure OpenAI. One env var.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1" i="0">
                <a:solidFill>
                  <a:srgbClr val="171717"/>
                </a:solidFill>
                <a:latin typeface="Arial"/>
              </a:rPr>
              <a:t>Grounded.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  Prompt feeds only graph evidence — no hallucinated contracts.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3008" y="6645857"/>
            <a:ext cx="4480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66666"/>
                </a:solidFill>
                <a:latin typeface="Arial"/>
              </a:rPr>
              <a:t>Actual Gemini output from the POC, quoted verbatim from banking/legacy-ledger </a:t>
            </a:r>
            <a:r>
              <a:rPr sz="800" b="0" i="1" dirty="0" err="1">
                <a:solidFill>
                  <a:srgbClr val="666666"/>
                </a:solidFill>
                <a:latin typeface="Arial"/>
              </a:rPr>
              <a:t>autodoc</a:t>
            </a:r>
            <a:r>
              <a:rPr sz="800" b="0" i="1" dirty="0">
                <a:solidFill>
                  <a:srgbClr val="666666"/>
                </a:solidFill>
                <a:latin typeface="Arial"/>
              </a:rPr>
              <a:t> MR.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12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Proof of concept — what's running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All five loops live in a local environment. Ten fixture banking apps + one auto-discovered mid-demo. Real enterprise language mix.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Polyglot fixture covering UBS's real language mix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530352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Java/Spring Boot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account, transaction, customer, notification services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Python/FastAPI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analytics, fraud-detection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Node/Express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web-portal-bff, mobile-bff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COBOL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legacy-ledger (postings batch + ledger report)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Contracts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OpenAPI, AsyncAPI/Kafka, Flyway SQL, shared file feeds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LLM ·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Gemini (local) + Azure OpenAI (enterprise), pluggable 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432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POC numbers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200400"/>
            <a:ext cx="914400" cy="45720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327355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31927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graph nodes · 81 edges across 6 coupling types incl.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749040"/>
            <a:ext cx="914400" cy="45720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82219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38679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REST call edges — all resolved to exact method +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97680"/>
            <a:ext cx="914400" cy="45720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437083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441655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break kinds detected — endpoint/topic/table/file/library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846320"/>
            <a:ext cx="914400" cy="45720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91947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60s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496519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reconciler interval — new GitLab projects auto-discovered + hooked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5394960"/>
            <a:ext cx="914400" cy="45720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468112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55138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autodoc MRs opened via Gemini in one demo session (click-driven)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/>
              </a:rPr>
              <a:t>Full live demo available on request — 15 min end-to-end across all five loops.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47688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4768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13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WHERE THIS GOES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Roadmap — four horizons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H1 and most of H2 are already running in the POC. Pilot funds operationalization + first domain. H3–H4 follow once visibility is embedded.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30385"/>
            <a:ext cx="822960" cy="9601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540113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42449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POC ✓ · pilot 0–3 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2430385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00200" y="2567545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Cross-app visibility + MR impact bot + auto-discovery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933305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Canvas live. MR impact bot live. Sticky impact tags live. Reconciler auto-discovers new GitLab projects, installs webhooks, detects renames and archival. Pilot = production hardening + first domain rollout.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463657"/>
            <a:ext cx="822960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573385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975721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POC started · pilot 3–6 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17320" y="3463657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0200" y="3600817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Auto-documentation of legacy code (LLM)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3966577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Per-app draft MR with a Sherlock-managed README section; Gemini + Azure OpenAI adapters already wired; one-click from canvas. Pilot work: scheduled loop, priority scoring, hierarchical summarization, COBOL-tuned prompts.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496929"/>
            <a:ext cx="822960" cy="9601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4606657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008993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6–12 mo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7320" y="4496929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600200" y="4634089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SLA dashboards + governance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999849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Mean-time-to-clear impact tag per team. Optional hard-gate for catastrophic breaks. Domain-level architectural-debt score. Backstage plugin.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0201"/>
            <a:ext cx="82296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639929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042265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Arial"/>
              </a:rPr>
              <a:t>12+ 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17320" y="5530201"/>
            <a:ext cx="102412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0200" y="5667361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71717"/>
                </a:solidFill>
                <a:latin typeface="Arial"/>
              </a:rPr>
              <a:t>Runtime-signal integration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033121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Cross-validate static edges against Dynatrace traces. Flag dead edges (never fire). Flag missing edges (fires in prod, not in code). Historical graph diffs.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14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HOW WE MOVE FROM POC TO PRODUCTION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Pilot plan — 3 months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Most of the build is done in the POC. These three months turn it into a platform-embedded, auditable, domain-ready service.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9923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Production-harden. Embed.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11880"/>
            <a:ext cx="32004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Deploy Sherlock alongside the existing GitLab CI stack (shared infra).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Swap PAT for a GitLab bot account / GitLab App with group scopes.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Security review + data-residency sign-off (code-only, no PII — A4 appendix).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Wire CMDB read-only + Slack/Teams notifications to on-call channels.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Ingest one pilot domain (3–10 apps) — reconciler auto-onboards new repos.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0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99923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Enable the MR bot + autodoc.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611880"/>
            <a:ext cx="32004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Turn on MR impact bot for pilot domain in opt-in mode.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Measure break detection, author response, false-positive rate.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Turn on autodoc in draft mode (one-click); gate scheduled loop behind opt-in.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Iterate parsers for any domain-specific idioms (in-house DB libs, schedulers).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2651760"/>
            <a:ext cx="36576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38160" y="2651760"/>
            <a:ext cx="3657600" cy="7315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66760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MONTH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299923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Prove value. Decide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611880"/>
            <a:ext cx="32004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Enable sticky impact tags for pilot domain.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Onboard a second domain to test multi-group + cross-team notification.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Present outcome to CTO office — MTTD reduction, engagement, coverage.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Decision: enterprise rollout plan for H2 autodoc scheduler + H3 SLA 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731520"/>
            <a:ext cx="12191695" cy="576072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WHAT WE NEED FROM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The 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256032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24328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3-MONTH FUNDED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Approval to run the plan on the previous slide.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52044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3584448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2–3 FTEs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1 senior engineer · 1 engineer · 1 UX/platform (shared from platform org).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PLATFORM EMBED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8920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Approval to deploy alongside the existing GitLab CI stack — shared infra, no new standalone service.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440680"/>
            <a:ext cx="91440" cy="7772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5504688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EXECUTIVE SPONSORSHIP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D0D0D0"/>
                </a:solidFill>
                <a:latin typeface="Arial"/>
              </a:rPr>
              <a:t>One CTO-office sponsor to unblock cross-BU alignment when we onboard domain #2.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D0D0D0"/>
                </a:solidFill>
                <a:latin typeface="Arial"/>
              </a:rPr>
              <a:t>What we'll deliver: one pilot domain with measurable MTTD reduction, a ready-to-scale platform for H2.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16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SUCCESS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How we'll know it's working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We measure the platform, not the people. Teams are informed, not policed.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651760"/>
            <a:ext cx="73152" cy="169164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78892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MTTD for cross-app breaks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2186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1–5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033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C0016"/>
                </a:solidFill>
                <a:latin typeface="Arial"/>
              </a:rPr>
              <a:t>TARGET (PILOT)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6758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&lt; 1 hour (at MR time)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6517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26517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278892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MR impact-comment engagement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246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2186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&gt;80% read by MR author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7033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SECONDARY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6758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&gt;60% elicit a coordination 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805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44805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461772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Sticky-issue cycle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749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0474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Median `pending` → `fixed`, per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532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SLA TIER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5046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Tier 0 apps: &lt;24h; Tier 1: &lt;72h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480560"/>
            <a:ext cx="55321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4480560"/>
            <a:ext cx="73152" cy="1691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4617720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1717"/>
                </a:solidFill>
                <a:latin typeface="Arial"/>
              </a:rPr>
              <a:t>Coverage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0749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0474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&gt;90% of pilot-domain active repos indexed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532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Arial"/>
              </a:rPr>
              <a:t>FRESHNESS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504688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Graph reflects main within 24h of push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MAIN · 17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C0016"/>
                </a:solidFill>
                <a:latin typeface="Arial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Every change has a blast radius.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D0D0D0"/>
                </a:solidFill>
                <a:latin typeface="Arial"/>
              </a:rPr>
              <a:t>Sherlock makes it visible — at the moment a developer hits Merge.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146304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Arial"/>
              </a:rPr>
              <a:t>Thank you. Questions?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Appendix follows — architecture, schema, security, roadmap details.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108960"/>
            <a:ext cx="1463040" cy="73152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C0016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71717"/>
                </a:solidFill>
                <a:latin typeface="Arial"/>
              </a:rPr>
              <a:t>Deeper dives for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Architecture · Graph schema · GitLab integration · Security · LLM strategy · Positioning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19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Architecture — deeper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Ingest (FastAPI).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Webhook receiver with marker-idempotent MR-note and issue upsert; manual /scan-all for full-estate refresh.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Analyzers.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Regex + language-aware heuristics: Java (FileInputStream, RestClient.uri, Flyway YAML), Python (httpx, psycopg, pathlib open modes), Node (axios / fs), COBOL (SELECT/ASSIGN + OPEN verbs), OpenAPI / AsyncAPI / Maven-pom / requirements.txt / package.json.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Graph DB.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Neo4j Community 5.x. Nodes indexed by natural keys. Re-scan is idempotent per app — outgoing edges replaced atomically.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Impact Engine.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Pure Cypher. Diff two AnalysisResult snapshots; route by kind; enrich impacted apps via CMDB.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Notifier.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GitLab API: merge-request notes (marker-based upsert), project issues (label::pending → label::fixed), application settings (allow-local-requests).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Canvas.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Cytoscape.js single-page. Dagre rankDir=BT (upstream top, downstream bottom). App view + Contract view.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20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Detection coverage — detail &amp; gaps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Covered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110642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REST endpoints exposed (OpenAPI) + called (HTTP client idioms per language)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Kafka topics published/consumed (AsyncAPI + in-code KafkaTemplate / confluent-kafka)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Postgres schemas / tables — DDL (Flyway) + DML via SQL-in-code heuristics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Shared file feeds on /shared/, /mnt/feeds/, /inbound/, /outbound/ — paired COBOL SELECT/ASSIGN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Shared libraries via pom.xml / requirements.txt / pyproject / package.json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Known gaps (roadmap)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gRPC contracts (.proto) and GraphQL federation schemas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SFTP / FTP transfer idioms and explicit file-watcher patterns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In-house message-bus libraries that don't emit AsyncAPI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Batch-job schedulers (Control-M) — currently only detects schedule annotations in code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Polyglot gRPC code-gen where the contract is generated, not committed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Graph schema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Node types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11064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Application   ·   Endpoint   ·   Topic   ·   DBSchema   ·   DBTable   ·   FileFeed   ·  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C0016"/>
                </a:solidFill>
                <a:latin typeface="Arial"/>
              </a:rPr>
              <a:t>Edge types (12 total)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EXPOSES (App→Endpoint)   ·   CALLS (App→Endpoint)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PUBLISHES (App→Topic)   ·   CONSUMES (App→Topic)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OWNS_SCHEMA (App→DBSchema)   ·   CONTAINS_TABLE (DBSchema→DBTable)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READS_TABLE / WRITES_TABLE (App→DBTable)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READS_FILE / WRITES_FILE (App→FileFeed)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DEPENDS_ON_LIB (App→Library)   ·   PUBLISHES_LIB (App→Library)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22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Security, data residency, PII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No PII in the graph.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Sherlock reads source code — not runtime data. The graph contains app names, endpoint paths, topic names, table FQNs, file paths, team names.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All in-tenant.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Graph DB, analyzers, and UI run inside the UBS perimeter. No code leaves.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Phase-2 LLM: in-tenant only.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Auto-doc uses Azure OpenAI in our own tenant (GPT-5.1) — no external API calls. Local dev may use a different provider (abstraction layer).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Access control on canvas (future).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Canvas respects GitLab project visibility. Team/domain filtering before public rollout.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Supply chain.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Open-source deps pinned; Neo4j Community; no commercial licenses required for the platform itself.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Auditability.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MR comment and sticky-issue action logged; commit SHAs stamped on each Application node.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23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H2 — Auto-documentation with 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Not in H1 pilot scope. Activated in month 4 subject to pilot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Goal.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Generate README-level docs for legacy code — especially COBOL and long-tenured Java — pushed as MRs for human review. Never direct-commit.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Triggers.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Scheduled per-repo, prioritized by freshness (files untouched &gt;12 mo) and docstring density (low = higher priority).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Provider.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Pluggable. Enterprise: Azure OpenAI GPT-5.1 in UBS tenant. Local dev: configurable.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Cost control.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Hierarchical summarization (function → file → module → service). Aggressive prompt caching. Cost per doc should be &lt; one engineer-hour.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Quality gate.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Generated docs land as draft MR; owning team reviews; merge is a human decision.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Audit.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generated doc tagged in Git with provider + model + prompt hash.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24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Integration futures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CMDB (read-only).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Pull team / tier / on-call. Source of truth for ownership. Sherlock writes nothing back to CMDB.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Backstage.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Expose Sherlock's app graph as a Backstage plugin — embeds the canvas in the existing dev-portal.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APM (Dynatrace).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Cross-validate runtime traces against static edges. Flag unused edges (static-only) and surprise edges (runtime-only) — both are signals.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Slack / Teams.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Route impact notifications to on-call channels named in CMDB.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GitLab app / bot.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Graduate from PAT to a proper GitLab app; per-group bot account; fine-grained scopes.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Control-M / schedulers.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Detect scheduled-job triggers that cross boundaries (read from shared fileserver, etc.).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25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Positioning vs. adjacent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11064240" cy="411480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7432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WHERE SHERLOCK IS DIFFERENT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2004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Backstage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200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Ownership + docs portal.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2004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Sherlock supplies the dependency graph Backstage lacks.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37033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Dependabot / Renovate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703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Third-party library dep updates.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7033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Different scope — they do CVEs/versions, Sherlock does cross-app contract impact.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42062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GitLab Dependency Scanning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42062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Security-focused.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206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Security CVE signals ≠ cross-app behavioural impact.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1772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47091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APM (Dynatrace / AppDynamics)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3360" y="47091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Runtime calls.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7091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Post-hoc, incomplete for batch/files; Sherlock is pre-merge, contract-based.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52120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Code search (Sourcegraph)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52120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Reference finder.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120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Sourcegraph tells you where a symbol appears; Sherlock tells you what breaks when it changes.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715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71717"/>
                </a:solidFill>
                <a:latin typeface="Arial"/>
              </a:rPr>
              <a:t>Sonar / 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7150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Code quality + security.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Arial"/>
              </a:rPr>
              <a:t>Intra-app signals; silent on inter-app surfaces.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26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Operator features — auto-discovery, archival, rename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Arial"/>
              </a:rPr>
              <a:t>Platform-team capabilities that make Sherlock self-maintaining at thousands-of-repos scale. All built in the POC.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Auto-discovery (60s reconciler).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Background task lists every project in every configured group. New projects → webhook auto-installed + initial scan. Webhook deleted by a team? Reinstalled on the next tick. Metadata refresh even when code hasn't changed.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Multi-group support.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GITLAB_GROUPS env var accepts a comma-separated list (payments, wealth, core-banking, …). Reconciler iterates each; one Sherlock covers the whole estate.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Parallel scan.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Bounded ThreadPoolExecutor (default 4 workers) scans newly-discovered repos concurrently. Scales with CPU, not with group size.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Archival.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Projects removed from every configured group are marked archived in the graph — Application node + edges preserved for audit. `impact::pending` issues still close normally.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Rename detection.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Stable project-ID tracking. A path rename in GitLab is detected as a rename (not a delete + new), old node archived with renamed_to pointing at the new one.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100" b="1" i="0">
                <a:solidFill>
                  <a:srgbClr val="171717"/>
                </a:solidFill>
                <a:latin typeface="Arial"/>
              </a:rPr>
              <a:t>Observability. </a:t>
            </a:r>
            <a:r>
              <a:rPr sz="1100" b="0" i="0">
                <a:solidFill>
                  <a:srgbClr val="333333"/>
                </a:solidFill>
                <a:latin typeface="Arial"/>
              </a:rPr>
              <a:t>  /api/reconciler/status exposes last run, last N runs, running state. Every run emits a structured log line for the platform team's dashboard.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92608" y="201168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92608" y="301752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92608" y="402336"/>
            <a:ext cx="201168" cy="36576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UBS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228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18288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294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Arial"/>
              </a:rPr>
              <a:t>Sherlock · Dependency Intelligence Platform · Internal ·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94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Arial"/>
              </a:rPr>
              <a:t>APPENDIX · 27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C0016"/>
                </a:solidFill>
                <a:latin typeface="Arial"/>
              </a:rPr>
              <a:t>APPENDIX · A8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71717"/>
                </a:solidFill>
                <a:latin typeface="Arial"/>
              </a:rPr>
              <a:t>Why now. Why UBS. Why 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74519"/>
            <a:ext cx="822960" cy="54864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GitLab is where MRs happen.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Impact belongs on the MR — not in a portal nobody opens. Sherlock lives where developers already work.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17 domains = invisible cross-boundary coupling.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Every large bank has this; our scale makes it expensive. The cost of not knowing who depends on you grows exponentially with teams.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COBOL coverage is ready.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Few tools in this space speak COBOL. Our core-banking estate deserves to be in the graph, not a footnote.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LLM tooling has matured.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Doc generation at scale is finally feasible with prompt caching + hierarchical summarization.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200" b="1" i="0">
                <a:solidFill>
                  <a:srgbClr val="EC0016"/>
                </a:solidFill>
                <a:latin typeface="Arial"/>
              </a:rPr>
              <a:t>— </a:t>
            </a:r>
            <a:r>
              <a:rPr sz="1200" b="1" i="0">
                <a:solidFill>
                  <a:srgbClr val="171717"/>
                </a:solidFill>
                <a:latin typeface="Arial"/>
              </a:rPr>
              <a:t>Proof already done. </a:t>
            </a:r>
            <a:r>
              <a:rPr sz="1200" b="0" i="0">
                <a:solidFill>
                  <a:srgbClr val="333333"/>
                </a:solidFill>
                <a:latin typeface="Arial"/>
              </a:rPr>
              <a:t>  POC runs on a laptop, exercises every language we care about, demonstrates the MR bot end-to-end. Pilot money goes to scaling safely, not to proving the idea.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5182</Words>
  <Application>Microsoft Macintosh PowerPoint</Application>
  <PresentationFormat>Widescreen</PresentationFormat>
  <Paragraphs>502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SYED AZFAR AHMAD</cp:lastModifiedBy>
  <cp:revision>2</cp:revision>
  <dcterms:created xsi:type="dcterms:W3CDTF">2013-01-27T09:14:16Z</dcterms:created>
  <dcterms:modified xsi:type="dcterms:W3CDTF">2026-04-23T19:42:28Z</dcterms:modified>
  <cp:category/>
</cp:coreProperties>
</file>